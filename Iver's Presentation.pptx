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1fde55043_1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1fde55043_1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fde55043_1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fde55043_1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1fde55043_1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1fde55043_1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1fde55043_1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1fde55043_1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1fde5504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1fde550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1fde55043_1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1fde55043_1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1fde55043_1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1fde55043_1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1fde55043_1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1fde55043_1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1fde55043_1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1fde55043_1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1fde55043_1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1fde55043_1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1fde55043_1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1fde55043_1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1fde5504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1fde5504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1fde55043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1fde55043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1fde55043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1fde55043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rxiv.org/abs/2310.04153" TargetMode="External"/><Relationship Id="rId4" Type="http://schemas.openxmlformats.org/officeDocument/2006/relationships/hyperlink" Target="https://arxiv.org/abs/2310.04153" TargetMode="External"/><Relationship Id="rId5" Type="http://schemas.openxmlformats.org/officeDocument/2006/relationships/hyperlink" Target="https://www.stat.berkeley.edu/~aldous/157/Papers/diaconis_coinbias.pdf" TargetMode="External"/><Relationship Id="rId6" Type="http://schemas.openxmlformats.org/officeDocument/2006/relationships/hyperlink" Target="https://www.stat.berkeley.edu/~aldous/157/Papers/diaconis_coinbias.pdf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100"/>
              <a:t>Do Tossed Coins Tend to Land on the Side They Started?</a:t>
            </a:r>
            <a:endParaRPr b="1" sz="3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951200" y="3181750"/>
            <a:ext cx="5442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Iver Jiang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553900" y="3181750"/>
            <a:ext cx="403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3450"/>
            <a:ext cx="4268801" cy="50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0037" y="0"/>
            <a:ext cx="35522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455" y="0"/>
            <a:ext cx="551699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 title="IMG_20250429_183108706_HD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400" y="381625"/>
            <a:ext cx="5840302" cy="438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 title="IMG_20250430_003417864_HD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075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6175" y="1267951"/>
            <a:ext cx="2911200" cy="29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7375" y="1267948"/>
            <a:ext cx="2911200" cy="29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003" y="676275"/>
            <a:ext cx="8425978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6" y="0"/>
            <a:ext cx="415285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538" y="1774800"/>
            <a:ext cx="2809107" cy="15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6052625" y="3399825"/>
            <a:ext cx="4777500" cy="15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n: Number of trials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x: amount of successes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K: every single possibility of success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LB: lower bound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UB: upper bound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2574" y="2"/>
            <a:ext cx="2809101" cy="1827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307125" y="543625"/>
            <a:ext cx="4777500" cy="15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n: Number of trials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p: given probability of events (successes)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k : number of actual successes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75" y="2686874"/>
            <a:ext cx="8684676" cy="21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007" y="0"/>
            <a:ext cx="750598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876" y="0"/>
            <a:ext cx="362654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585" y="1733175"/>
            <a:ext cx="7162440" cy="29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4463" y="797713"/>
            <a:ext cx="526732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Results!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52475"/>
            <a:ext cx="4024800" cy="10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Maybe? (Depending on Alpha…)</a:t>
            </a:r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53450"/>
            <a:ext cx="4268801" cy="50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Bibliography:</a:t>
            </a:r>
            <a:endParaRPr sz="3200"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František Bartoš et al. </a:t>
            </a:r>
            <a:r>
              <a:rPr i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 Coins Tend to Land on the Same Side They Started: Evidence from 350,757 Flips.</a:t>
            </a:r>
            <a:r>
              <a:rPr i="1" lang="en" sz="17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7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https://arxiv.org/abs/2310.04153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2023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 Diaconis et al. </a:t>
            </a:r>
            <a:r>
              <a:rPr i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Bias in the Coin Toss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7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7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https://www.stat.berkeley.edu/~aldous/157/Papers/diaconis_coinbias.pdf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2007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7" title="fra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848638"/>
            <a:ext cx="2857500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